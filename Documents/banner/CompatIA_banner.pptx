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34204275" cx="28803600"/>
  <p:notesSz cx="6908800" cy="1193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773">
          <p15:clr>
            <a:srgbClr val="000000"/>
          </p15:clr>
        </p15:guide>
        <p15:guide id="2" pos="9072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773" orient="horz"/>
        <p:guide pos="9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94025" cy="5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51875" lIns="103775" spcFirstLastPara="1" rIns="103775" wrap="square" tIns="518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14775" y="0"/>
            <a:ext cx="2994025" cy="5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51875" lIns="103775" spcFirstLastPara="1" rIns="103775" wrap="square" tIns="518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68450" y="893762"/>
            <a:ext cx="3773487" cy="4479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22337" y="5672137"/>
            <a:ext cx="5064125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75" lIns="103775" spcFirstLastPara="1" rIns="103775" wrap="square" tIns="518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339512"/>
            <a:ext cx="2994025" cy="598487"/>
          </a:xfrm>
          <a:prstGeom prst="rect">
            <a:avLst/>
          </a:prstGeom>
          <a:noFill/>
          <a:ln>
            <a:noFill/>
          </a:ln>
        </p:spPr>
        <p:txBody>
          <a:bodyPr anchorCtr="0" anchor="b" bIns="51875" lIns="103775" spcFirstLastPara="1" rIns="103775" wrap="square" tIns="518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14775" y="11339512"/>
            <a:ext cx="2994025" cy="598487"/>
          </a:xfrm>
          <a:prstGeom prst="rect">
            <a:avLst/>
          </a:prstGeom>
          <a:noFill/>
          <a:ln>
            <a:noFill/>
          </a:ln>
        </p:spPr>
        <p:txBody>
          <a:bodyPr anchorCtr="0" anchor="b" bIns="51875" lIns="103775" spcFirstLastPara="1" rIns="103775" wrap="square" tIns="518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e651c57bb_2_75:notes"/>
          <p:cNvSpPr txBox="1"/>
          <p:nvPr>
            <p:ph idx="12" type="sldNum"/>
          </p:nvPr>
        </p:nvSpPr>
        <p:spPr>
          <a:xfrm>
            <a:off x="3914775" y="11339513"/>
            <a:ext cx="2994025" cy="598487"/>
          </a:xfrm>
          <a:prstGeom prst="rect">
            <a:avLst/>
          </a:prstGeom>
          <a:noFill/>
          <a:ln>
            <a:noFill/>
          </a:ln>
        </p:spPr>
        <p:txBody>
          <a:bodyPr anchorCtr="0" anchor="b" bIns="51875" lIns="103775" spcFirstLastPara="1" rIns="103775" wrap="square" tIns="5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g3ee651c57bb_2_75:notes"/>
          <p:cNvSpPr/>
          <p:nvPr>
            <p:ph idx="2" type="sldImg"/>
          </p:nvPr>
        </p:nvSpPr>
        <p:spPr>
          <a:xfrm>
            <a:off x="1568450" y="893763"/>
            <a:ext cx="3773488" cy="4479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ee651c57bb_2_75:notes"/>
          <p:cNvSpPr txBox="1"/>
          <p:nvPr>
            <p:ph idx="1" type="body"/>
          </p:nvPr>
        </p:nvSpPr>
        <p:spPr>
          <a:xfrm>
            <a:off x="922338" y="5672138"/>
            <a:ext cx="5064125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875" lIns="103775" spcFirstLastPara="1" rIns="103775" wrap="square" tIns="5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 rot="5400000">
            <a:off x="9901989" y="13663856"/>
            <a:ext cx="27362415" cy="6119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 rot="5400000">
            <a:off x="-2407135" y="7610189"/>
            <a:ext cx="27362415" cy="18227323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60587" y="3043237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 rot="5400000">
            <a:off x="4140199" y="7902575"/>
            <a:ext cx="20523200" cy="24482425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5645858" y="23942744"/>
            <a:ext cx="17281877" cy="2826477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/>
          <p:nvPr>
            <p:ph idx="2" type="pic"/>
          </p:nvPr>
        </p:nvSpPr>
        <p:spPr>
          <a:xfrm>
            <a:off x="5645858" y="3056467"/>
            <a:ext cx="17281877" cy="20521812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5645858" y="26769220"/>
            <a:ext cx="17281877" cy="4014126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1pPr>
            <a:lvl2pPr indent="-228600" lvl="1" marL="914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2pPr>
            <a:lvl3pPr indent="-228600" lvl="2" marL="1371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3pPr>
            <a:lvl4pPr indent="-228600" lvl="3" marL="1828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4pPr>
            <a:lvl5pPr indent="-228600" lvl="4" marL="22860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5pPr>
            <a:lvl6pPr indent="-228600" lvl="5" marL="27432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6pPr>
            <a:lvl7pPr indent="-228600" lvl="6" marL="3200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7pPr>
            <a:lvl8pPr indent="-228600" lvl="7" marL="3657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8pPr>
            <a:lvl9pPr indent="-228600" lvl="8" marL="4114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1440747" y="1362342"/>
            <a:ext cx="9475611" cy="5794971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11262079" y="1362340"/>
            <a:ext cx="16100779" cy="29192273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412750" lvl="0" marL="457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•"/>
              <a:defRPr sz="2900"/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sz="26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1440747" y="7157313"/>
            <a:ext cx="9475611" cy="23397302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1pPr>
            <a:lvl2pPr indent="-228600" lvl="1" marL="914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2pPr>
            <a:lvl3pPr indent="-228600" lvl="2" marL="1371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3pPr>
            <a:lvl4pPr indent="-228600" lvl="3" marL="1828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4pPr>
            <a:lvl5pPr indent="-228600" lvl="4" marL="22860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5pPr>
            <a:lvl6pPr indent="-228600" lvl="5" marL="27432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6pPr>
            <a:lvl7pPr indent="-228600" lvl="6" marL="3200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7pPr>
            <a:lvl8pPr indent="-228600" lvl="7" marL="3657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8pPr>
            <a:lvl9pPr indent="-228600" lvl="8" marL="4114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2160587" y="3043237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1440747" y="1369880"/>
            <a:ext cx="25922111" cy="570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1440747" y="7656249"/>
            <a:ext cx="12725400" cy="3190942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  <a:defRPr b="1" sz="22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2pPr>
            <a:lvl3pPr indent="-22860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1440747" y="10847190"/>
            <a:ext cx="12725400" cy="19707423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2pPr>
            <a:lvl3pPr indent="-33655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  <a:defRPr sz="17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14631812" y="7656249"/>
            <a:ext cx="12731044" cy="3190942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  <a:defRPr b="1" sz="22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2pPr>
            <a:lvl3pPr indent="-22860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9pPr>
          </a:lstStyle>
          <a:p/>
        </p:txBody>
      </p:sp>
      <p:sp>
        <p:nvSpPr>
          <p:cNvPr id="55" name="Google Shape;55;p8"/>
          <p:cNvSpPr txBox="1"/>
          <p:nvPr>
            <p:ph idx="4" type="body"/>
          </p:nvPr>
        </p:nvSpPr>
        <p:spPr>
          <a:xfrm>
            <a:off x="14631812" y="10847190"/>
            <a:ext cx="12731044" cy="19707423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2pPr>
            <a:lvl3pPr indent="-33655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  <a:defRPr sz="17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2160587" y="3043237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2160412" y="9883246"/>
            <a:ext cx="12173655" cy="20521812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–"/>
              <a:defRPr sz="22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655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/>
            </a:lvl4pPr>
            <a:lvl5pPr indent="-33655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5pPr>
            <a:lvl6pPr indent="-33655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6pPr>
            <a:lvl7pPr indent="-33655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7pPr>
            <a:lvl8pPr indent="-33655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8pPr>
            <a:lvl9pPr indent="-33655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14469536" y="9883246"/>
            <a:ext cx="12173656" cy="20521812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–"/>
              <a:defRPr sz="22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655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/>
            </a:lvl4pPr>
            <a:lvl5pPr indent="-33655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5pPr>
            <a:lvl6pPr indent="-33655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6pPr>
            <a:lvl7pPr indent="-33655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7pPr>
            <a:lvl8pPr indent="-33655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8pPr>
            <a:lvl9pPr indent="-33655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2274712" y="21979666"/>
            <a:ext cx="24484189" cy="6792846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7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274712" y="14496853"/>
            <a:ext cx="24484189" cy="7482814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sz="17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3pPr>
            <a:lvl4pPr indent="-228600" lvl="3" marL="1828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4pPr>
            <a:lvl5pPr indent="-228600" lvl="4" marL="22860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5pPr>
            <a:lvl6pPr indent="-228600" lvl="5" marL="2743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6pPr>
            <a:lvl7pPr indent="-228600" lvl="6" marL="3200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7pPr>
            <a:lvl8pPr indent="-228600" lvl="7" marL="3657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8pPr>
            <a:lvl9pPr indent="-228600" lvl="8" marL="4114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2160587" y="3043237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2160587" y="9882187"/>
            <a:ext cx="24482425" cy="20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ctrTitle"/>
          </p:nvPr>
        </p:nvSpPr>
        <p:spPr>
          <a:xfrm>
            <a:off x="2160411" y="10626001"/>
            <a:ext cx="24482779" cy="7330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4320823" y="19381920"/>
            <a:ext cx="20161956" cy="8742098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Times New Roman"/>
              <a:buNone/>
              <a:defRPr/>
            </a:lvl1pPr>
            <a:lvl2pPr lvl="1" algn="ctr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Times New Roman"/>
              <a:buNone/>
              <a:defRPr/>
            </a:lvl2pPr>
            <a:lvl3pPr lvl="2" algn="ctr"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7400"/>
              <a:buFont typeface="Times New Roman"/>
              <a:buNone/>
              <a:defRPr/>
            </a:lvl3pPr>
            <a:lvl4pPr lvl="3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4pPr>
            <a:lvl5pPr lvl="4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5pPr>
            <a:lvl6pPr lvl="5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6pPr>
            <a:lvl7pPr lvl="6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7pPr>
            <a:lvl8pPr lvl="7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8pPr>
            <a:lvl9pPr lvl="8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ctrTitle"/>
          </p:nvPr>
        </p:nvSpPr>
        <p:spPr>
          <a:xfrm>
            <a:off x="2160411" y="10626001"/>
            <a:ext cx="24482779" cy="7330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4320823" y="19381920"/>
            <a:ext cx="20161956" cy="8742098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Times New Roman"/>
              <a:buNone/>
              <a:defRPr/>
            </a:lvl1pPr>
            <a:lvl2pPr lvl="1" algn="ctr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Times New Roman"/>
              <a:buNone/>
              <a:defRPr/>
            </a:lvl2pPr>
            <a:lvl3pPr lvl="2" algn="ctr"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7400"/>
              <a:buFont typeface="Times New Roman"/>
              <a:buNone/>
              <a:defRPr/>
            </a:lvl3pPr>
            <a:lvl4pPr lvl="3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4pPr>
            <a:lvl5pPr lvl="4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5pPr>
            <a:lvl6pPr lvl="5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6pPr>
            <a:lvl7pPr lvl="6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7pPr>
            <a:lvl8pPr lvl="7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8pPr>
            <a:lvl9pPr lvl="8" algn="ctr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2160588" y="3043238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2160588" y="9882188"/>
            <a:ext cx="24482425" cy="20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2274712" y="21979666"/>
            <a:ext cx="24484189" cy="6792846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7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2274712" y="14496853"/>
            <a:ext cx="24484189" cy="7482814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1pPr>
            <a:lvl2pPr indent="-228600" lvl="1" marL="914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sz="17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3pPr>
            <a:lvl4pPr indent="-228600" lvl="3" marL="1828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4pPr>
            <a:lvl5pPr indent="-228600" lvl="4" marL="22860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5pPr>
            <a:lvl6pPr indent="-228600" lvl="5" marL="2743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6pPr>
            <a:lvl7pPr indent="-228600" lvl="6" marL="3200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7pPr>
            <a:lvl8pPr indent="-228600" lvl="7" marL="3657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8pPr>
            <a:lvl9pPr indent="-228600" lvl="8" marL="41148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9pPr>
          </a:lstStyle>
          <a:p/>
        </p:txBody>
      </p:sp>
      <p:sp>
        <p:nvSpPr>
          <p:cNvPr id="109" name="Google Shape;109;p17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2160588" y="3043238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2160412" y="9883246"/>
            <a:ext cx="12173655" cy="20521812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–"/>
              <a:defRPr sz="22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655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/>
            </a:lvl4pPr>
            <a:lvl5pPr indent="-33655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5pPr>
            <a:lvl6pPr indent="-33655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6pPr>
            <a:lvl7pPr indent="-33655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7pPr>
            <a:lvl8pPr indent="-33655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8pPr>
            <a:lvl9pPr indent="-33655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9pPr>
          </a:lstStyle>
          <a:p/>
        </p:txBody>
      </p:sp>
      <p:sp>
        <p:nvSpPr>
          <p:cNvPr id="115" name="Google Shape;115;p18"/>
          <p:cNvSpPr txBox="1"/>
          <p:nvPr>
            <p:ph idx="2" type="body"/>
          </p:nvPr>
        </p:nvSpPr>
        <p:spPr>
          <a:xfrm>
            <a:off x="14469536" y="9883246"/>
            <a:ext cx="12173656" cy="20521812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–"/>
              <a:defRPr sz="22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indent="-33655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/>
            </a:lvl4pPr>
            <a:lvl5pPr indent="-33655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5pPr>
            <a:lvl6pPr indent="-33655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6pPr>
            <a:lvl7pPr indent="-33655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7pPr>
            <a:lvl8pPr indent="-33655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8pPr>
            <a:lvl9pPr indent="-33655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9pPr>
          </a:lstStyle>
          <a:p/>
        </p:txBody>
      </p:sp>
      <p:sp>
        <p:nvSpPr>
          <p:cNvPr id="116" name="Google Shape;116;p18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1440747" y="1369880"/>
            <a:ext cx="25922111" cy="570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1440747" y="7656249"/>
            <a:ext cx="12725400" cy="3190942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  <a:defRPr b="1" sz="22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2pPr>
            <a:lvl3pPr indent="-22860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9pPr>
          </a:lstStyle>
          <a:p/>
        </p:txBody>
      </p:sp>
      <p:sp>
        <p:nvSpPr>
          <p:cNvPr id="122" name="Google Shape;122;p19"/>
          <p:cNvSpPr txBox="1"/>
          <p:nvPr>
            <p:ph idx="2" type="body"/>
          </p:nvPr>
        </p:nvSpPr>
        <p:spPr>
          <a:xfrm>
            <a:off x="1440747" y="10847190"/>
            <a:ext cx="12725400" cy="19707423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2pPr>
            <a:lvl3pPr indent="-33655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  <a:defRPr sz="17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9pPr>
          </a:lstStyle>
          <a:p/>
        </p:txBody>
      </p:sp>
      <p:sp>
        <p:nvSpPr>
          <p:cNvPr id="123" name="Google Shape;123;p19"/>
          <p:cNvSpPr txBox="1"/>
          <p:nvPr>
            <p:ph idx="3" type="body"/>
          </p:nvPr>
        </p:nvSpPr>
        <p:spPr>
          <a:xfrm>
            <a:off x="14631812" y="7656249"/>
            <a:ext cx="12731044" cy="3190942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  <a:defRPr b="1" sz="22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2pPr>
            <a:lvl3pPr indent="-22860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1" sz="1500"/>
            </a:lvl9pPr>
          </a:lstStyle>
          <a:p/>
        </p:txBody>
      </p:sp>
      <p:sp>
        <p:nvSpPr>
          <p:cNvPr id="124" name="Google Shape;124;p19"/>
          <p:cNvSpPr txBox="1"/>
          <p:nvPr>
            <p:ph idx="4" type="body"/>
          </p:nvPr>
        </p:nvSpPr>
        <p:spPr>
          <a:xfrm>
            <a:off x="14631812" y="10847190"/>
            <a:ext cx="12731044" cy="19707423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2pPr>
            <a:lvl3pPr indent="-33655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•"/>
              <a:defRPr sz="17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»"/>
              <a:defRPr sz="1500"/>
            </a:lvl9pPr>
          </a:lstStyle>
          <a:p/>
        </p:txBody>
      </p:sp>
      <p:sp>
        <p:nvSpPr>
          <p:cNvPr id="125" name="Google Shape;125;p19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2160588" y="3043238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440747" y="1362342"/>
            <a:ext cx="9475611" cy="5794971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11262079" y="1362340"/>
            <a:ext cx="16100779" cy="29192273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412750" lvl="0" marL="457200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•"/>
              <a:defRPr sz="2900"/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sz="2600"/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  <a:defRPr sz="22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1440747" y="7157313"/>
            <a:ext cx="9475611" cy="23397302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1pPr>
            <a:lvl2pPr indent="-228600" lvl="1" marL="914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2pPr>
            <a:lvl3pPr indent="-228600" lvl="2" marL="1371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3pPr>
            <a:lvl4pPr indent="-228600" lvl="3" marL="1828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4pPr>
            <a:lvl5pPr indent="-228600" lvl="4" marL="22860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5pPr>
            <a:lvl6pPr indent="-228600" lvl="5" marL="27432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6pPr>
            <a:lvl7pPr indent="-228600" lvl="6" marL="3200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7pPr>
            <a:lvl8pPr indent="-228600" lvl="7" marL="3657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8pPr>
            <a:lvl9pPr indent="-228600" lvl="8" marL="4114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5645858" y="23942744"/>
            <a:ext cx="17281877" cy="2826477"/>
          </a:xfrm>
          <a:prstGeom prst="rect">
            <a:avLst/>
          </a:prstGeom>
          <a:noFill/>
          <a:ln>
            <a:noFill/>
          </a:ln>
        </p:spPr>
        <p:txBody>
          <a:bodyPr anchorCtr="0" anchor="b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5645858" y="3056467"/>
            <a:ext cx="17281877" cy="20521812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5645858" y="26769220"/>
            <a:ext cx="17281877" cy="4014126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228600" lvl="0" marL="4572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1pPr>
            <a:lvl2pPr indent="-228600" lvl="1" marL="9144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2pPr>
            <a:lvl3pPr indent="-228600" lvl="2" marL="1371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3pPr>
            <a:lvl4pPr indent="-228600" lvl="3" marL="1828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4pPr>
            <a:lvl5pPr indent="-228600" lvl="4" marL="22860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5pPr>
            <a:lvl6pPr indent="-228600" lvl="5" marL="27432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6pPr>
            <a:lvl7pPr indent="-228600" lvl="6" marL="3200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7pPr>
            <a:lvl8pPr indent="-228600" lvl="7" marL="3657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8pPr>
            <a:lvl9pPr indent="-228600" lvl="8" marL="41148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8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2160588" y="3043238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4140201" y="7902576"/>
            <a:ext cx="20523200" cy="24482425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9901989" y="13663856"/>
            <a:ext cx="27362415" cy="6119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-2407135" y="7610189"/>
            <a:ext cx="27362415" cy="18227323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160587" y="3043237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160587" y="9882187"/>
            <a:ext cx="24482425" cy="20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86360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Times New Roman"/>
              <a:buChar char="•"/>
              <a:defRPr b="0" i="0" sz="10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774700" lvl="1" marL="914400" marR="0" rtl="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Times New Roman"/>
              <a:buChar char="–"/>
              <a:defRPr b="0" i="0" sz="8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98500" lvl="2" marL="1371600" marR="0" rtl="0" algn="l"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7400"/>
              <a:buFont typeface="Times New Roman"/>
              <a:buChar char="•"/>
              <a:defRPr b="0" i="0" sz="7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22300" lvl="3" marL="18288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–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22300" lvl="4" marL="22860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22300" lvl="5" marL="27432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22300" lvl="6" marL="32004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22300" lvl="7" marL="36576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22300" lvl="8" marL="41148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2160587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9840912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20643850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2160588" y="3043238"/>
            <a:ext cx="2448242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41350" lIns="282700" spcFirstLastPara="1" rIns="282700" wrap="square" tIns="1413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2160588" y="9882188"/>
            <a:ext cx="24482425" cy="20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-863600" lvl="0" marL="457200" marR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Times New Roman"/>
              <a:buChar char="•"/>
              <a:defRPr b="0" i="0" sz="10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774700" lvl="1" marL="914400" marR="0" rtl="0" algn="l">
              <a:spcBef>
                <a:spcPts val="1720"/>
              </a:spcBef>
              <a:spcAft>
                <a:spcPts val="0"/>
              </a:spcAft>
              <a:buClr>
                <a:schemeClr val="dk1"/>
              </a:buClr>
              <a:buSzPts val="8600"/>
              <a:buFont typeface="Times New Roman"/>
              <a:buChar char="–"/>
              <a:defRPr b="0" i="0" sz="8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98500" lvl="2" marL="1371600" marR="0" rtl="0" algn="l"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7400"/>
              <a:buFont typeface="Times New Roman"/>
              <a:buChar char="•"/>
              <a:defRPr b="0" i="0" sz="7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22300" lvl="3" marL="18288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–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22300" lvl="4" marL="22860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22300" lvl="5" marL="27432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22300" lvl="6" marL="32004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22300" lvl="7" marL="36576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22300" lvl="8" marL="4114800" marR="0" rtl="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Times New Roman"/>
              <a:buChar char="»"/>
              <a:defRPr b="0" i="0" sz="6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2160588" y="31162625"/>
            <a:ext cx="5999162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9840913" y="31162625"/>
            <a:ext cx="9121775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20643850" y="31162625"/>
            <a:ext cx="5999163" cy="2279650"/>
          </a:xfrm>
          <a:prstGeom prst="rect">
            <a:avLst/>
          </a:prstGeom>
          <a:noFill/>
          <a:ln>
            <a:noFill/>
          </a:ln>
        </p:spPr>
        <p:txBody>
          <a:bodyPr anchorCtr="0" anchor="t" bIns="141350" lIns="282700" spcFirstLastPara="1" rIns="282700" wrap="square" tIns="14135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18864263" y="23335529"/>
            <a:ext cx="0" cy="2301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5" name="Google Shape;165;p25"/>
          <p:cNvCxnSpPr/>
          <p:nvPr/>
        </p:nvCxnSpPr>
        <p:spPr>
          <a:xfrm>
            <a:off x="1381851" y="24876088"/>
            <a:ext cx="0" cy="5700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66" name="Google Shape;166;p25"/>
          <p:cNvCxnSpPr/>
          <p:nvPr/>
        </p:nvCxnSpPr>
        <p:spPr>
          <a:xfrm>
            <a:off x="13762038" y="17387888"/>
            <a:ext cx="0" cy="569912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67" name="Google Shape;167;p25"/>
          <p:cNvCxnSpPr/>
          <p:nvPr/>
        </p:nvCxnSpPr>
        <p:spPr>
          <a:xfrm>
            <a:off x="1381851" y="25446000"/>
            <a:ext cx="0" cy="6684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68" name="Google Shape;168;p25"/>
          <p:cNvCxnSpPr/>
          <p:nvPr/>
        </p:nvCxnSpPr>
        <p:spPr>
          <a:xfrm>
            <a:off x="13762038" y="17957800"/>
            <a:ext cx="0" cy="668338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69" name="Google Shape;169;p25"/>
          <p:cNvCxnSpPr/>
          <p:nvPr/>
        </p:nvCxnSpPr>
        <p:spPr>
          <a:xfrm>
            <a:off x="1381851" y="26114338"/>
            <a:ext cx="0" cy="6684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70" name="Google Shape;170;p25"/>
          <p:cNvCxnSpPr/>
          <p:nvPr/>
        </p:nvCxnSpPr>
        <p:spPr>
          <a:xfrm>
            <a:off x="13762038" y="18626138"/>
            <a:ext cx="0" cy="668337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71" name="Google Shape;171;p25"/>
          <p:cNvCxnSpPr/>
          <p:nvPr/>
        </p:nvCxnSpPr>
        <p:spPr>
          <a:xfrm>
            <a:off x="1347788" y="19294475"/>
            <a:ext cx="0" cy="73025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72" name="Google Shape;172;p25"/>
          <p:cNvCxnSpPr/>
          <p:nvPr/>
        </p:nvCxnSpPr>
        <p:spPr>
          <a:xfrm>
            <a:off x="13762038" y="19294475"/>
            <a:ext cx="0" cy="73025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173" name="Google Shape;173;p25"/>
          <p:cNvSpPr txBox="1"/>
          <p:nvPr/>
        </p:nvSpPr>
        <p:spPr>
          <a:xfrm>
            <a:off x="4248150" y="5421313"/>
            <a:ext cx="6913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1378676" y="13751980"/>
            <a:ext cx="12652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175" name="Google Shape;175;p25"/>
          <p:cNvSpPr/>
          <p:nvPr/>
        </p:nvSpPr>
        <p:spPr>
          <a:xfrm>
            <a:off x="8291513" y="401638"/>
            <a:ext cx="196770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C00000"/>
                </a:solidFill>
              </a:rPr>
              <a:t>Compatibilidade Conversacional com IA</a:t>
            </a:r>
            <a:endParaRPr sz="4800">
              <a:solidFill>
                <a:srgbClr val="F0F6FC"/>
              </a:solidFill>
              <a:highlight>
                <a:srgbClr val="0D1117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C00000"/>
              </a:solidFill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0" y="4857750"/>
            <a:ext cx="28803600" cy="261938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9850438" y="2089150"/>
            <a:ext cx="16456025" cy="1492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00">
                <a:solidFill>
                  <a:schemeClr val="dk1"/>
                </a:solidFill>
              </a:rPr>
              <a:t>Gabriel de Oliveira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rgbClr val="000099"/>
                </a:solidFill>
              </a:rPr>
              <a:t>g03.oliveira</a:t>
            </a:r>
            <a:r>
              <a:rPr b="1" i="1" lang="en-US" sz="32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@edu.catolicasc.org.br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Graduando do curso de Bacharelado em Engenharia de Software da Católica de SC</a:t>
            </a:r>
            <a:endParaRPr b="1" baseline="30000" i="1" sz="2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18294448" y="24524388"/>
            <a:ext cx="691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1327213" y="6187913"/>
            <a:ext cx="13004700" cy="73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925" lIns="269875" spcFirstLastPara="1" rIns="269875" wrap="square" tIns="134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Em ambientes digitais, como plataformas de atendimento, equipes remotas, redes sociais e sistemas de relacionamento, a comunicação textual é um dos principais meios de interação entre pessoas. Apesar da existência de ferramentas de análise de sentimentos e engajamento, ainda há pouca exploração sobre a compatibilidade conversacional, ou seja, o grau de sintonia entre participantes de um diálogo em relação ao estilo linguístico, alinhamento emocional e dinâmica da conversa.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O problema central está na dificuldade de medir, de forma objetiva e explicável, a qualidade da comunicação entre duas pessoas. Muitos sistemas de pareamento utilizam perfis estáticos, questionários ou dados demográficos, sem considerar o comportamento real observado nas mensagens trocadas.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O objetivo deste projeto é desenvolver um sistema de Inteligência Artificial capaz de analisar conversas textuais e gerar um score de compatibilidade conversacional. A solução combina três dimensões principais: similaridade de estilo linguístico, análise de sentimentos e sinais comportamentais, oferecendo também uma explicação dos fatores que influenciaram a pontuação.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0" y="36314063"/>
            <a:ext cx="28803600" cy="1962150"/>
          </a:xfrm>
          <a:prstGeom prst="rect">
            <a:avLst/>
          </a:prstGeom>
          <a:noFill/>
          <a:ln>
            <a:noFill/>
          </a:ln>
        </p:spPr>
        <p:txBody>
          <a:bodyPr anchorCtr="0" anchor="t" bIns="134925" lIns="269875" spcFirstLastPara="1" rIns="269875" wrap="square" tIns="134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3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15620750" y="24965554"/>
            <a:ext cx="12401700" cy="50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925" lIns="269875" spcFirstLastPara="1" rIns="269875" wrap="square" tIns="1349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O projeto demonstrou a possibilidade de estimar compatibilidade conversacional a partir de interações textuais, utilizando uma abordagem heurística baseada em estilo linguístico, sentimento e comportamento. A solução contribui para tornar análises conversacionais mais objetivas e explicáveis, podendo apoiar contextos como formação de equipes, atendimento ao cliente, mentoria e estudos sobre comunicação.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600">
                <a:solidFill>
                  <a:schemeClr val="dk1"/>
                </a:solidFill>
              </a:rPr>
              <a:t>Os principais aprendizados envolvem o uso de IA aplicada a texto, integração entre backend, frontend e banco de dados, desenvolvimento de chat em tempo real, criação de dashboards analíticos e atenção a aspectos éticos, privacidade e LGPD. 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18296921" y="29805891"/>
            <a:ext cx="6915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0" y="33926463"/>
            <a:ext cx="28803600" cy="261937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1942225" y="21380495"/>
            <a:ext cx="1152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Figura 1 –  Caso de Uso da aplicação.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 catolica.jpg" id="185" name="Google Shape;1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88" y="1023938"/>
            <a:ext cx="7440612" cy="29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/>
        </p:nvSpPr>
        <p:spPr>
          <a:xfrm>
            <a:off x="17184503" y="13091057"/>
            <a:ext cx="92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Figura 3 – Tela principal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0" y="-173038"/>
            <a:ext cx="169863" cy="346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00" lIns="84200" spcFirstLastPara="1" rIns="84200" wrap="square" tIns="42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1060375" y="14435875"/>
            <a:ext cx="13289100" cy="6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925" lIns="269875" spcFirstLastPara="1" rIns="269875" wrap="square" tIns="1349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O projeto consiste em uma aplicação web com chat em tempo real, dashboard analítico e API REST. O usuário pode criar conversas, trocar mensagens, solicitar análise de compatibilidade e visualizar métricas agregadas sobre os diálogos.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A arquitetura foi organizada em camadas. A camada de apresentação utiliza </a:t>
            </a:r>
            <a:r>
              <a:rPr lang="en-US" sz="2600">
                <a:solidFill>
                  <a:schemeClr val="dk1"/>
                </a:solidFill>
              </a:rPr>
              <a:t>Vue 3</a:t>
            </a:r>
            <a:r>
              <a:rPr lang="en-US" sz="2600">
                <a:solidFill>
                  <a:schemeClr val="dk1"/>
                </a:solidFill>
              </a:rPr>
              <a:t>, Composition API, Pinia, Vue Router e PrimeVue. A camada de serviços utiliza Flask, Flask-SocketIO, Flask-JWT-Extended, Flask-SQLAlchemy e Flask-Migrate. O motor de IA realiza pré-processamento textual, cálculo de Language Style Matching, análise de sentimentos com Transformers e extração de sinais comportamentais. A camada de persistência utiliza PostgreSQL com SQLAlchemy.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600">
                <a:solidFill>
                  <a:schemeClr val="dk1"/>
                </a:solidFill>
              </a:rPr>
              <a:t>Entre os principais requisitos estão: autenticação com JWT, envio de mensagens via WebSocket/Socket.IO, cálculo de score unificado, geração de explicações, armazenamento de conversas e histórico de análises, dashboard com gráficos e exclusão de conta mediante confirmação de senha.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7486457" y="5273675"/>
            <a:ext cx="8742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0" y="0"/>
            <a:ext cx="288036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15431523" y="5919800"/>
            <a:ext cx="12558600" cy="7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925" lIns="269875" spcFirstLastPara="1" rIns="269875" wrap="square" tIns="1349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Como resultado, o projeto apresenta um protótipo funcional capaz de registrar usuários, criar conversas, enviar mensagens em tempo real, processar diálogos e gerar um índice de compatibilidade conversacional. O sistema consolida métricas de estilo linguístico, sentimento e comportamento em uma pontuação única, acompanhada de explicações para apoiar a interpretação do usuário.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As principais métricas de avaliação previstas são: tempo de resposta da API, concordância entre o score do sistema e avaliações humanas, coerência das métricas parciais, número de diálogos </a:t>
            </a:r>
            <a:r>
              <a:rPr lang="en-US" sz="2600">
                <a:solidFill>
                  <a:schemeClr val="dk1"/>
                </a:solidFill>
              </a:rPr>
              <a:t>analizados</a:t>
            </a:r>
            <a:r>
              <a:rPr lang="en-US" sz="2600">
                <a:solidFill>
                  <a:schemeClr val="dk1"/>
                </a:solidFill>
              </a:rPr>
              <a:t>, satisfação dos usuários e percepção de transparência.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600">
                <a:solidFill>
                  <a:schemeClr val="dk1"/>
                </a:solidFill>
              </a:rPr>
              <a:t>O projeto também considera boas práticas de segurança e privacidade, como autenticação JWT, validação de entradas, uso de ORM, consentimento no cadastro, exclusão de conta e registro apenas de logs operacionais. A aplicação utiliza Docker, Git/GitHub para versionamento</a:t>
            </a:r>
            <a:r>
              <a:rPr lang="en-US" sz="2600">
                <a:solidFill>
                  <a:schemeClr val="dk1"/>
                </a:solidFill>
              </a:rPr>
              <a:t> e</a:t>
            </a:r>
            <a:r>
              <a:rPr lang="en-US" sz="2600">
                <a:solidFill>
                  <a:schemeClr val="dk1"/>
                </a:solidFill>
              </a:rPr>
              <a:t> PostgreSQL para armazenamento dos dados além de estar hospedada em uma VPS da Hostgator.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14642274" y="20736510"/>
            <a:ext cx="87063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8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Figura </a:t>
            </a:r>
            <a:r>
              <a:rPr lang="en-US" sz="1878">
                <a:solidFill>
                  <a:schemeClr val="dk1"/>
                </a:solidFill>
              </a:rPr>
              <a:t>3</a:t>
            </a:r>
            <a:r>
              <a:rPr b="0" lang="en-US" sz="1878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QR Code para acesso a aplicação.</a:t>
            </a:r>
            <a:endParaRPr b="1" sz="1878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4">
            <a:alphaModFix/>
          </a:blip>
          <a:srcRect b="0" l="0" r="0" t="18381"/>
          <a:stretch/>
        </p:blipFill>
        <p:spPr>
          <a:xfrm>
            <a:off x="17184500" y="21167421"/>
            <a:ext cx="3822505" cy="2936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5">
            <a:alphaModFix/>
          </a:blip>
          <a:srcRect b="0" l="2090" r="2490" t="1098"/>
          <a:stretch/>
        </p:blipFill>
        <p:spPr>
          <a:xfrm>
            <a:off x="23477665" y="21175829"/>
            <a:ext cx="2429496" cy="29368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/>
          <p:nvPr/>
        </p:nvSpPr>
        <p:spPr>
          <a:xfrm>
            <a:off x="15471625" y="30419450"/>
            <a:ext cx="12652500" cy="3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4925" lIns="269875" spcFirstLastPara="1" rIns="269875" wrap="square" tIns="1349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HUGGING FACE. </a:t>
            </a:r>
            <a:r>
              <a:rPr b="1" lang="en-US" sz="2000">
                <a:solidFill>
                  <a:schemeClr val="dk1"/>
                </a:solidFill>
              </a:rPr>
              <a:t>Transformers Documentation</a:t>
            </a:r>
            <a:r>
              <a:rPr lang="en-US" sz="2000">
                <a:solidFill>
                  <a:schemeClr val="dk1"/>
                </a:solidFill>
              </a:rPr>
              <a:t>: Pipelines. Hugging Face, documentação oficial. 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DEVLIN, Jacob; CHANG, Ming-Wei; LEE, Kenton; TOUTANOVA, Kristina. BERT: Pre-training of Deep Bidirectional </a:t>
            </a:r>
            <a:r>
              <a:rPr b="1" lang="en-US" sz="2000">
                <a:solidFill>
                  <a:schemeClr val="dk1"/>
                </a:solidFill>
              </a:rPr>
              <a:t>Transformers for Language Understanding</a:t>
            </a:r>
            <a:r>
              <a:rPr lang="en-US" sz="2000">
                <a:solidFill>
                  <a:schemeClr val="dk1"/>
                </a:solidFill>
              </a:rPr>
              <a:t>. In: Proceedings of NAACL-HLT, 2019. 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IRELAND, Molly E.; SLATCHER, Richard B.; EASTWICK, Paul W.; SCARR, Laura E.; FINKEL, Eli J.; PENNEBAKER, James W.</a:t>
            </a:r>
            <a:r>
              <a:rPr b="1" lang="en-US" sz="2000">
                <a:solidFill>
                  <a:schemeClr val="dk1"/>
                </a:solidFill>
              </a:rPr>
              <a:t> Language Style Matching Predicts Relationship </a:t>
            </a:r>
            <a:r>
              <a:rPr b="1" lang="en-US" sz="2000">
                <a:solidFill>
                  <a:schemeClr val="dk1"/>
                </a:solidFill>
              </a:rPr>
              <a:t>Initiation and Stability</a:t>
            </a:r>
            <a:r>
              <a:rPr lang="en-US" sz="2000">
                <a:solidFill>
                  <a:schemeClr val="dk1"/>
                </a:solidFill>
              </a:rPr>
              <a:t>. Psychological Science, 2011. 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LIU, Bing. </a:t>
            </a:r>
            <a:r>
              <a:rPr b="1" lang="en-US" sz="2000">
                <a:solidFill>
                  <a:schemeClr val="dk1"/>
                </a:solidFill>
              </a:rPr>
              <a:t>Sentiment Analysis and Opinion Mining</a:t>
            </a:r>
            <a:r>
              <a:rPr lang="en-US" sz="2000">
                <a:solidFill>
                  <a:schemeClr val="dk1"/>
                </a:solidFill>
              </a:rPr>
              <a:t>. San Rafael: Morgan &amp; Claypool Publishers, 2012. 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NIEDERHOFFER, Kate G.; PENNEBAKER, James W. </a:t>
            </a:r>
            <a:r>
              <a:rPr b="1" lang="en-US" sz="2000">
                <a:solidFill>
                  <a:schemeClr val="dk1"/>
                </a:solidFill>
              </a:rPr>
              <a:t>Linguistic Style Matching in Social Interaction</a:t>
            </a:r>
            <a:r>
              <a:rPr lang="en-US" sz="2000">
                <a:solidFill>
                  <a:schemeClr val="dk1"/>
                </a:solidFill>
              </a:rPr>
              <a:t>. Journal of Language and Social Psychology, 2002. 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TABULARIS AI. </a:t>
            </a:r>
            <a:r>
              <a:rPr b="1" lang="en-US" sz="2000">
                <a:solidFill>
                  <a:schemeClr val="dk1"/>
                </a:solidFill>
              </a:rPr>
              <a:t>tabularisai/multilingual-sentiment-analysis</a:t>
            </a:r>
            <a:r>
              <a:rPr lang="en-US" sz="2000">
                <a:solidFill>
                  <a:schemeClr val="dk1"/>
                </a:solidFill>
              </a:rPr>
              <a:t>. Hugging Face Model Hub. 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20157124" y="20747056"/>
            <a:ext cx="87063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8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Figura 4– QR Code para </a:t>
            </a:r>
            <a:r>
              <a:rPr lang="en-US" sz="1878">
                <a:solidFill>
                  <a:schemeClr val="dk1"/>
                </a:solidFill>
              </a:rPr>
              <a:t>vídeo da aplicação</a:t>
            </a:r>
            <a:r>
              <a:rPr b="0" lang="en-US" sz="1878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878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5" title="381b94b7-dda8-4d77-9ac4-4330056e5c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563" y="21944963"/>
            <a:ext cx="15050601" cy="10381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567120" y="13674493"/>
            <a:ext cx="12652500" cy="6259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presentação em branco">
  <a:themeElements>
    <a:clrScheme name="Apresentação em branc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presentação em branco">
  <a:themeElements>
    <a:clrScheme name="Apresentação em branc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